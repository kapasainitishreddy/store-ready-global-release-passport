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StoreReady as a portfolio release workspace. The photo on the right shows a real local market-plan screen, while the score summarizes a separate broken-fixture audit. Tests and builds were not executed by this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multi-product release problem: signals must be tied to the correct app and unknown areas must stay visible. StoreReady is not a replacement for specialist scanning or full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switching to PocketLedger, opening Markets, reviewing US/India/Japan launch plans, using the English starter-copy generator, and showing Apple as not applicable to an Android app. These plans are editable templates; search phrases are not researched and drafts need native translation. Next, return to ReleaseProof demo and inspect its static security 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blocked decision, source evidence and explicit unknowns. These counts describe the current local broken fixture only. Tests and builds did not run and compliance is not certified.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how the product is designed to work with IBM Bob. Do not claim an IBM Bob session happened. The current package contains task prompts and a handoff UI but lacks authentic session screenshots and usage records. Update this section after genuine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tying the working prototype to each judging dimension. The value statement is qualitative; there are no customer or productivity measurements. Before final submission, publish only the MIT-scoped additions, deploy the demo, obtain genuine IBM Bob session evidence, and record the narrated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D1B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8890">
            <a:solidFill>
              <a:srgbClr val="29404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21208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15" kern="0" dirty="0">
                <a:solidFill>
                  <a:srgbClr val="8CA2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RELEASEPROOF  BY  STOREREADY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653796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60" kern="0" dirty="0">
                <a:solidFill>
                  <a:srgbClr val="8CA2B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BOB 2.0 HACKATHON  |  SEPTEMBER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A2B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A2B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035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9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BOB 2.0 HACKATHON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1152144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Release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Passport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258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4A9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StoreReady  /  ReleaseProof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85800" y="2770632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workspace for every app in your portfolio and each market it ships into.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3474720" cy="0"/>
          </a:xfrm>
          <a:prstGeom prst="line">
            <a:avLst/>
          </a:prstGeom>
          <a:noFill/>
          <a:ln w="13970">
            <a:solidFill>
              <a:srgbClr val="29404E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694944" y="4224528"/>
            <a:ext cx="3108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WORKING PROTOTYPE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4553712"/>
            <a:ext cx="3977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first. Human review at every fix.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60920" y="694944"/>
            <a:ext cx="4169664" cy="5193792"/>
          </a:xfrm>
          <a:prstGeom prst="roundRect">
            <a:avLst>
              <a:gd name="adj" fmla="val 3070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pic>
        <p:nvPicPr>
          <p:cNvPr id="10" name="Image 0" descr="C:/Users/saini/Documents/Codex/2026-09-25/yep-for-the-ibm-bob-2/work/play-store-ready-vibe-coded-apps/docs/hackathon/market-worksp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804672"/>
            <a:ext cx="3986784" cy="26609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43800" y="36758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5" kern="0" dirty="0">
                <a:solidFill>
                  <a:srgbClr val="FC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BLOCKED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525512" y="4041648"/>
            <a:ext cx="1170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8577072" y="43982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 100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281160" y="4197096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blockers  |  3 warnings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43800" y="5010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score belongs only to the deliberately broken local fixture. Other apps remain unaudited.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A2B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 checks are fragmented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258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green signal is hard to trust when tools cover different parts of the repository.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2084832"/>
            <a:ext cx="3447288" cy="2514600"/>
          </a:xfrm>
          <a:prstGeom prst="roundRect">
            <a:avLst>
              <a:gd name="adj" fmla="val 4364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084832"/>
            <a:ext cx="50292" cy="2514600"/>
          </a:xfrm>
          <a:prstGeom prst="roundRect">
            <a:avLst>
              <a:gd name="adj" fmla="val 218182"/>
            </a:avLst>
          </a:prstGeom>
          <a:solidFill>
            <a:srgbClr val="4A91FF"/>
          </a:solidFill>
          <a:ln w="12700">
            <a:solidFill>
              <a:srgbClr val="4A91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25856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4A9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/  SCATTERED SIGNALS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32104" y="258775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 check surfaces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2104" y="3163824"/>
            <a:ext cx="303580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dependencies, tests, builds, CI, deployment, docs and licensing each leave a different trail.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61688" y="2084832"/>
            <a:ext cx="3447288" cy="2514600"/>
          </a:xfrm>
          <a:prstGeom prst="roundRect">
            <a:avLst>
              <a:gd name="adj" fmla="val 4364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61688" y="2084832"/>
            <a:ext cx="50292" cy="2514600"/>
          </a:xfrm>
          <a:prstGeom prst="roundRect">
            <a:avLst>
              <a:gd name="adj" fmla="val 218182"/>
            </a:avLst>
          </a:prstGeom>
          <a:solidFill>
            <a:srgbClr val="F1BA64"/>
          </a:solidFill>
          <a:ln w="12700">
            <a:solidFill>
              <a:srgbClr val="F1BA6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25856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1B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HIDDEN UNKNOWNS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0" y="258775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Gaps resemble passes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3163824"/>
            <a:ext cx="303580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Unavailable or unconfigured checks can be overlooked when results lack a shared status model.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01584" y="2084832"/>
            <a:ext cx="3447288" cy="2514600"/>
          </a:xfrm>
          <a:prstGeom prst="roundRect">
            <a:avLst>
              <a:gd name="adj" fmla="val 4364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2084832"/>
            <a:ext cx="50292" cy="2514600"/>
          </a:xfrm>
          <a:prstGeom prst="roundRect">
            <a:avLst>
              <a:gd name="adj" fmla="val 218182"/>
            </a:avLst>
          </a:prstGeom>
          <a:solidFill>
            <a:srgbClr val="FC777B"/>
          </a:solidFill>
          <a:ln w="12700">
            <a:solidFill>
              <a:srgbClr val="FC777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2258568"/>
            <a:ext cx="3035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C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/  COSTLY HANDOFFS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311896" y="2587752"/>
            <a:ext cx="3035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Advice lacks context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11896" y="3163824"/>
            <a:ext cx="303580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still need the file, rule, evidence and verification step to make a safe change.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" y="5074920"/>
            <a:ext cx="10927080" cy="749808"/>
          </a:xfrm>
          <a:prstGeom prst="roundRect">
            <a:avLst>
              <a:gd name="adj" fmla="val 14634"/>
            </a:avLst>
          </a:prstGeom>
          <a:solidFill>
            <a:srgbClr val="1A3444"/>
          </a:solidFill>
          <a:ln w="12700">
            <a:solidFill>
              <a:srgbClr val="1A344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2852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STOREREADY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78608" y="5212080"/>
            <a:ext cx="8183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workspace, separate app evidence, and visible coverage limits.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A2B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app gets its own market launch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258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portfolio view keeps each product’s store, SEO, asset, and review work in the right context.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2286000"/>
            <a:ext cx="2212848" cy="2377440"/>
          </a:xfrm>
          <a:prstGeom prst="roundRect">
            <a:avLst>
              <a:gd name="adj" fmla="val 4959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237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9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944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app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547872"/>
            <a:ext cx="17922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listing tasks, release findings, and evidence separated by product.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75304" y="2286000"/>
            <a:ext cx="2212848" cy="2377440"/>
          </a:xfrm>
          <a:prstGeom prst="roundRect">
            <a:avLst>
              <a:gd name="adj" fmla="val 4959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76472" y="25237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1B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76472" y="2944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market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76472" y="3547872"/>
            <a:ext cx="17922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a country and locale across Play, App Store, Galaxy, web, and GitHub.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37376" y="2286000"/>
            <a:ext cx="2212848" cy="2377440"/>
          </a:xfrm>
          <a:prstGeom prst="roundRect">
            <a:avLst>
              <a:gd name="adj" fmla="val 4959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25237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38544" y="2944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 plan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38544" y="3547872"/>
            <a:ext cx="17922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English listing copy; review search ideas, artwork, privacy, and policy.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99448" y="2286000"/>
            <a:ext cx="2212848" cy="2377440"/>
          </a:xfrm>
          <a:prstGeom prst="roundRect">
            <a:avLst>
              <a:gd name="adj" fmla="val 4959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0616" y="2523744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9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500616" y="2944368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 release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500616" y="3547872"/>
            <a:ext cx="17922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source-backed static findings; keep unknown checks visible.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017520" y="3447288"/>
            <a:ext cx="438912" cy="0"/>
          </a:xfrm>
          <a:prstGeom prst="line">
            <a:avLst/>
          </a:prstGeom>
          <a:noFill/>
          <a:ln w="17780">
            <a:solidFill>
              <a:srgbClr val="8CA2B1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3383280" y="3346704"/>
            <a:ext cx="146304" cy="201168"/>
          </a:xfrm>
          <a:prstGeom prst="chevron">
            <a:avLst/>
          </a:prstGeom>
          <a:solidFill>
            <a:srgbClr val="8CA2B1"/>
          </a:solidFill>
          <a:ln w="12700">
            <a:solidFill>
              <a:srgbClr val="8CA2B1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79592" y="3447288"/>
            <a:ext cx="438912" cy="0"/>
          </a:xfrm>
          <a:prstGeom prst="line">
            <a:avLst/>
          </a:prstGeom>
          <a:noFill/>
          <a:ln w="17780">
            <a:solidFill>
              <a:srgbClr val="8CA2B1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6245352" y="3346704"/>
            <a:ext cx="146304" cy="201168"/>
          </a:xfrm>
          <a:prstGeom prst="chevron">
            <a:avLst/>
          </a:prstGeom>
          <a:solidFill>
            <a:srgbClr val="8CA2B1"/>
          </a:solidFill>
          <a:ln w="12700">
            <a:solidFill>
              <a:srgbClr val="8CA2B1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41664" y="3447288"/>
            <a:ext cx="438912" cy="0"/>
          </a:xfrm>
          <a:prstGeom prst="line">
            <a:avLst/>
          </a:prstGeom>
          <a:noFill/>
          <a:ln w="17780">
            <a:solidFill>
              <a:srgbClr val="8CA2B1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107424" y="3346704"/>
            <a:ext cx="146304" cy="201168"/>
          </a:xfrm>
          <a:prstGeom prst="chevron">
            <a:avLst/>
          </a:prstGeom>
          <a:solidFill>
            <a:srgbClr val="8CA2B1"/>
          </a:solidFill>
          <a:ln w="12700">
            <a:solidFill>
              <a:srgbClr val="8CA2B1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5074920"/>
            <a:ext cx="10716768" cy="603504"/>
          </a:xfrm>
          <a:prstGeom prst="roundRect">
            <a:avLst>
              <a:gd name="adj" fmla="val 18182"/>
            </a:avLst>
          </a:prstGeom>
          <a:solidFill>
            <a:srgbClr val="1A3444"/>
          </a:solidFill>
          <a:ln w="12700">
            <a:solidFill>
              <a:srgbClr val="1A344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7552" y="526694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starter locales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63824" y="5212080"/>
            <a:ext cx="0" cy="338328"/>
          </a:xfrm>
          <a:prstGeom prst="line">
            <a:avLst/>
          </a:prstGeom>
          <a:noFill/>
          <a:ln w="12700">
            <a:solidFill>
              <a:srgbClr val="29404E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3438144" y="526694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by app × country × channel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0" y="5212080"/>
            <a:ext cx="0" cy="338328"/>
          </a:xfrm>
          <a:prstGeom prst="line">
            <a:avLst/>
          </a:prstGeom>
          <a:noFill/>
          <a:ln w="12700">
            <a:solidFill>
              <a:srgbClr val="29404E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7589520" y="526694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Apps without a scanner stay unaudited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A2B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decision that shows its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258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readiness score is paired with findings, check areas and explicit limits.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" y="1828800"/>
            <a:ext cx="6537960" cy="4315968"/>
          </a:xfrm>
          <a:prstGeom prst="roundRect">
            <a:avLst>
              <a:gd name="adj" fmla="val 2542"/>
            </a:avLst>
          </a:prstGeom>
          <a:solidFill>
            <a:srgbClr val="F2F6F7"/>
          </a:solidFill>
          <a:ln w="12700">
            <a:solidFill>
              <a:srgbClr val="F2F6F7">
                <a:alpha val="0"/>
              </a:srgbClr>
            </a:solidFill>
            <a:prstDash val="solid"/>
          </a:ln>
        </p:spPr>
      </p:sp>
      <p:pic>
        <p:nvPicPr>
          <p:cNvPr id="6" name="Image 0" descr="C:/Users/saini/Documents/Codex/2026-09-25/yep-for-the-ibm-bob-2/work/play-store-ready-vibe-coded-apps/docs/hackathon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975104"/>
            <a:ext cx="6281928" cy="41696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9520" y="2011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580376" y="23774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C77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RELEASE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C777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BLOCKED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7598664" y="33649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/ 100</a:t>
            </a:r>
            <a:endParaRPr lang="en-US" sz="2300" dirty="0"/>
          </a:p>
        </p:txBody>
      </p:sp>
      <p:sp>
        <p:nvSpPr>
          <p:cNvPr id="10" name="Shape 7"/>
          <p:cNvSpPr/>
          <p:nvPr/>
        </p:nvSpPr>
        <p:spPr>
          <a:xfrm>
            <a:off x="7598664" y="3968496"/>
            <a:ext cx="3739896" cy="0"/>
          </a:xfrm>
          <a:prstGeom prst="line">
            <a:avLst/>
          </a:prstGeom>
          <a:noFill/>
          <a:ln w="12700">
            <a:solidFill>
              <a:srgbClr val="29404E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7598664" y="42336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blockers · 3 warnings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598664" y="464515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checks  |  5 files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98664" y="5148072"/>
            <a:ext cx="33832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1B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and builds are not executed. Compliance is manual review or not assessed.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A2B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IBM BOB 2.0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human-reviewed remediation handoff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258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ReleaseProof prepares the context; the developer owns the review and release decision.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2011680"/>
            <a:ext cx="6492240" cy="768096"/>
          </a:xfrm>
          <a:prstGeom prst="roundRect">
            <a:avLst>
              <a:gd name="adj" fmla="val 14286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24942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72768" y="213969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Bob evidence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213969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finding, source location, rule and remediation context to frame a focused task.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" y="3017520"/>
            <a:ext cx="6492240" cy="768096"/>
          </a:xfrm>
          <a:prstGeom prst="roundRect">
            <a:avLst>
              <a:gd name="adj" fmla="val 14286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325526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1B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72768" y="314553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the proposal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14553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Bob’s actual changes in the repository before accepting a patch.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4023360"/>
            <a:ext cx="6492240" cy="768096"/>
          </a:xfrm>
          <a:prstGeom prst="roundRect">
            <a:avLst>
              <a:gd name="adj" fmla="val 14286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4261104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72768" y="4151376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again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4151376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checks that apply, inspect unresolved coverage and keep results evidence-backed.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635240" y="2011680"/>
            <a:ext cx="3703320" cy="2779776"/>
          </a:xfrm>
          <a:prstGeom prst="roundRect">
            <a:avLst>
              <a:gd name="adj" fmla="val 3947"/>
            </a:avLst>
          </a:prstGeom>
          <a:solidFill>
            <a:srgbClr val="1A3444"/>
          </a:solidFill>
          <a:ln w="12700">
            <a:solidFill>
              <a:srgbClr val="1A344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36992" y="235000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F1B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EVIDENCE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27848" y="2761488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Bob sessions still need to be captured.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946136" y="3685032"/>
            <a:ext cx="2889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prompts and this prototype do not count as session proof. Add authentic session summaries for each participating team member before submission.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36992" y="5138928"/>
            <a:ext cx="3063240" cy="393192"/>
          </a:xfrm>
          <a:prstGeom prst="roundRect">
            <a:avLst>
              <a:gd name="adj" fmla="val 27907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83296" y="5248656"/>
            <a:ext cx="2816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90" kern="0" dirty="0">
                <a:solidFill>
                  <a:srgbClr val="F1B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SCREENSHOTS: PENDING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A2B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around the four judging dimensions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12648" y="132588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1C0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demonstrates a working loop and keeps what remains visible.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4944" y="1993392"/>
            <a:ext cx="5285232" cy="1280160"/>
          </a:xfrm>
          <a:prstGeom prst="roundRect">
            <a:avLst>
              <a:gd name="adj" fmla="val 8571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221992"/>
            <a:ext cx="54864" cy="804672"/>
          </a:xfrm>
          <a:prstGeom prst="roundRect">
            <a:avLst>
              <a:gd name="adj" fmla="val 200000"/>
            </a:avLst>
          </a:prstGeom>
          <a:solidFill>
            <a:srgbClr val="4A91FF"/>
          </a:solidFill>
          <a:ln w="12700">
            <a:solidFill>
              <a:srgbClr val="4A91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33856" y="2212848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4A9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OF TECHNOLOGY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33856" y="2551176"/>
            <a:ext cx="4498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static checks, source evidence, redaction and portable reports.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93392"/>
            <a:ext cx="5285232" cy="1280160"/>
          </a:xfrm>
          <a:prstGeom prst="roundRect">
            <a:avLst>
              <a:gd name="adj" fmla="val 8571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2221992"/>
            <a:ext cx="54864" cy="804672"/>
          </a:xfrm>
          <a:prstGeom prst="roundRect">
            <a:avLst>
              <a:gd name="adj" fmla="val 200000"/>
            </a:avLst>
          </a:prstGeom>
          <a:solidFill>
            <a:srgbClr val="54D4A6"/>
          </a:solidFill>
          <a:ln w="12700">
            <a:solidFill>
              <a:srgbClr val="54D4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2212848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54D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56832" y="2551176"/>
            <a:ext cx="4498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live broken fixture to audit to review to re-audit product walkthrough.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94944" y="3575304"/>
            <a:ext cx="5285232" cy="1280160"/>
          </a:xfrm>
          <a:prstGeom prst="roundRect">
            <a:avLst>
              <a:gd name="adj" fmla="val 8571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803904"/>
            <a:ext cx="54864" cy="804672"/>
          </a:xfrm>
          <a:prstGeom prst="roundRect">
            <a:avLst>
              <a:gd name="adj" fmla="val 200000"/>
            </a:avLst>
          </a:prstGeom>
          <a:solidFill>
            <a:srgbClr val="F1BA64"/>
          </a:solidFill>
          <a:ln w="12700">
            <a:solidFill>
              <a:srgbClr val="F1BA6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3794760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1B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33856" y="4133088"/>
            <a:ext cx="4498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context switching; a shared, explainable release review for a team.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575304"/>
            <a:ext cx="5285232" cy="1280160"/>
          </a:xfrm>
          <a:prstGeom prst="roundRect">
            <a:avLst>
              <a:gd name="adj" fmla="val 8571"/>
            </a:avLst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19088" y="3803904"/>
            <a:ext cx="54864" cy="804672"/>
          </a:xfrm>
          <a:prstGeom prst="roundRect">
            <a:avLst>
              <a:gd name="adj" fmla="val 200000"/>
            </a:avLst>
          </a:prstGeom>
          <a:solidFill>
            <a:srgbClr val="FC777B"/>
          </a:solidFill>
          <a:ln w="12700">
            <a:solidFill>
              <a:srgbClr val="FC777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56832" y="3794760"/>
            <a:ext cx="4517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FC7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ORIGINALITY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56832" y="4133088"/>
            <a:ext cx="4498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portfolio release passport tying app, country, storefront, and evidence together.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" y="5239512"/>
            <a:ext cx="10808208" cy="603504"/>
          </a:xfrm>
          <a:prstGeom prst="roundRect">
            <a:avLst>
              <a:gd name="adj" fmla="val 18182"/>
            </a:avLst>
          </a:prstGeom>
          <a:solidFill>
            <a:srgbClr val="1A3444"/>
          </a:solidFill>
          <a:ln w="12700">
            <a:solidFill>
              <a:srgbClr val="1A344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544982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1BA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SUBMISSION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42616" y="5404104"/>
            <a:ext cx="8183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4F7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 MIT-scoped source  |  deploy demo  |  capture Bob sessions  |  record narrated video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56848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CA2B1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StoreReady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StoreReady release workspace</dc:title>
  <dc:subject>IBM Bob 2.0 Hackathon submission</dc:subject>
  <dc:creator>StoreReady</dc:creator>
  <cp:lastModifiedBy>StoreReady</cp:lastModifiedBy>
  <cp:revision>1</cp:revision>
  <dcterms:created xsi:type="dcterms:W3CDTF">2026-09-25T18:51:53Z</dcterms:created>
  <dcterms:modified xsi:type="dcterms:W3CDTF">2026-09-25T18:51:53Z</dcterms:modified>
</cp:coreProperties>
</file>